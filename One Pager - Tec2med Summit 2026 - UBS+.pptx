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6858000" cy="9906000" type="A4"/>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im8O7nlhT5vvT9HF1TyTtFM5F5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B5D4"/>
    <a:srgbClr val="F75B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12" autoAdjust="0"/>
    <p:restoredTop sz="94660"/>
  </p:normalViewPr>
  <p:slideViewPr>
    <p:cSldViewPr snapToGrid="0">
      <p:cViewPr varScale="1">
        <p:scale>
          <a:sx n="58" d="100"/>
          <a:sy n="58" d="100"/>
        </p:scale>
        <p:origin x="264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11375" y="744538"/>
            <a:ext cx="2576513"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50" y="4715125"/>
            <a:ext cx="5438125" cy="44669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4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9:notes"/>
          <p:cNvSpPr txBox="1">
            <a:spLocks noGrp="1"/>
          </p:cNvSpPr>
          <p:nvPr>
            <p:ph type="body" idx="1"/>
          </p:nvPr>
        </p:nvSpPr>
        <p:spPr>
          <a:xfrm>
            <a:off x="679750" y="4715125"/>
            <a:ext cx="5438125" cy="4466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19:notes"/>
          <p:cNvSpPr>
            <a:spLocks noGrp="1" noRot="1" noChangeAspect="1"/>
          </p:cNvSpPr>
          <p:nvPr>
            <p:ph type="sldImg" idx="2"/>
          </p:nvPr>
        </p:nvSpPr>
        <p:spPr>
          <a:xfrm>
            <a:off x="2111375" y="744538"/>
            <a:ext cx="2576513"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1"/>
        <p:cNvGrpSpPr/>
        <p:nvPr/>
      </p:nvGrpSpPr>
      <p:grpSpPr>
        <a:xfrm>
          <a:off x="0" y="0"/>
          <a:ext cx="0" cy="0"/>
          <a:chOff x="0" y="0"/>
          <a:chExt cx="0" cy="0"/>
        </a:xfrm>
      </p:grpSpPr>
      <p:sp>
        <p:nvSpPr>
          <p:cNvPr id="12" name="Google Shape;12;p9"/>
          <p:cNvSpPr txBox="1">
            <a:spLocks noGrp="1"/>
          </p:cNvSpPr>
          <p:nvPr>
            <p:ph type="title"/>
          </p:nvPr>
        </p:nvSpPr>
        <p:spPr>
          <a:xfrm>
            <a:off x="471490"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9"/>
          <p:cNvSpPr txBox="1">
            <a:spLocks noGrp="1"/>
          </p:cNvSpPr>
          <p:nvPr>
            <p:ph type="body" idx="1"/>
          </p:nvPr>
        </p:nvSpPr>
        <p:spPr>
          <a:xfrm>
            <a:off x="471490" y="2637014"/>
            <a:ext cx="5915025" cy="6285266"/>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14" name="Google Shape;14;p9"/>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9"/>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9"/>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467918" y="2469624"/>
            <a:ext cx="5915025" cy="412062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154"/>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body" idx="1"/>
          </p:nvPr>
        </p:nvSpPr>
        <p:spPr>
          <a:xfrm>
            <a:off x="467918" y="6629228"/>
            <a:ext cx="5915025" cy="2166937"/>
          </a:xfrm>
          <a:prstGeom prst="rect">
            <a:avLst/>
          </a:prstGeom>
          <a:noFill/>
          <a:ln>
            <a:noFill/>
          </a:ln>
        </p:spPr>
        <p:txBody>
          <a:bodyPr spcFirstLastPara="1" wrap="square" lIns="91425" tIns="45700" rIns="91425" bIns="45700" anchor="t" anchorCtr="0">
            <a:normAutofit/>
          </a:bodyPr>
          <a:lstStyle>
            <a:lvl1pPr marL="326578" lvl="0" indent="-163289" algn="l">
              <a:lnSpc>
                <a:spcPct val="90000"/>
              </a:lnSpc>
              <a:spcBef>
                <a:spcPts val="692"/>
              </a:spcBef>
              <a:spcAft>
                <a:spcPts val="0"/>
              </a:spcAft>
              <a:buClr>
                <a:schemeClr val="dk1"/>
              </a:buClr>
              <a:buSzPts val="1800"/>
              <a:buNone/>
              <a:defRPr sz="1661">
                <a:solidFill>
                  <a:schemeClr val="dk1"/>
                </a:solidFill>
              </a:defRPr>
            </a:lvl1pPr>
            <a:lvl2pPr marL="653156" lvl="1" indent="-163289" algn="l">
              <a:lnSpc>
                <a:spcPct val="90000"/>
              </a:lnSpc>
              <a:spcBef>
                <a:spcPts val="346"/>
              </a:spcBef>
              <a:spcAft>
                <a:spcPts val="0"/>
              </a:spcAft>
              <a:buClr>
                <a:srgbClr val="888888"/>
              </a:buClr>
              <a:buSzPts val="1500"/>
              <a:buNone/>
              <a:defRPr sz="1384">
                <a:solidFill>
                  <a:srgbClr val="888888"/>
                </a:solidFill>
              </a:defRPr>
            </a:lvl2pPr>
            <a:lvl3pPr marL="979734" lvl="2" indent="-163289" algn="l">
              <a:lnSpc>
                <a:spcPct val="90000"/>
              </a:lnSpc>
              <a:spcBef>
                <a:spcPts val="346"/>
              </a:spcBef>
              <a:spcAft>
                <a:spcPts val="0"/>
              </a:spcAft>
              <a:buClr>
                <a:srgbClr val="888888"/>
              </a:buClr>
              <a:buSzPts val="1350"/>
              <a:buNone/>
              <a:defRPr sz="1246">
                <a:solidFill>
                  <a:srgbClr val="888888"/>
                </a:solidFill>
              </a:defRPr>
            </a:lvl3pPr>
            <a:lvl4pPr marL="1306312" lvl="3" indent="-163289" algn="l">
              <a:lnSpc>
                <a:spcPct val="90000"/>
              </a:lnSpc>
              <a:spcBef>
                <a:spcPts val="346"/>
              </a:spcBef>
              <a:spcAft>
                <a:spcPts val="0"/>
              </a:spcAft>
              <a:buClr>
                <a:srgbClr val="888888"/>
              </a:buClr>
              <a:buSzPts val="1200"/>
              <a:buNone/>
              <a:defRPr sz="1108">
                <a:solidFill>
                  <a:srgbClr val="888888"/>
                </a:solidFill>
              </a:defRPr>
            </a:lvl4pPr>
            <a:lvl5pPr marL="1632890" lvl="4" indent="-163289" algn="l">
              <a:lnSpc>
                <a:spcPct val="90000"/>
              </a:lnSpc>
              <a:spcBef>
                <a:spcPts val="346"/>
              </a:spcBef>
              <a:spcAft>
                <a:spcPts val="0"/>
              </a:spcAft>
              <a:buClr>
                <a:srgbClr val="888888"/>
              </a:buClr>
              <a:buSzPts val="1200"/>
              <a:buNone/>
              <a:defRPr sz="1108">
                <a:solidFill>
                  <a:srgbClr val="888888"/>
                </a:solidFill>
              </a:defRPr>
            </a:lvl5pPr>
            <a:lvl6pPr marL="1959468" lvl="5" indent="-163289" algn="l">
              <a:lnSpc>
                <a:spcPct val="90000"/>
              </a:lnSpc>
              <a:spcBef>
                <a:spcPts val="346"/>
              </a:spcBef>
              <a:spcAft>
                <a:spcPts val="0"/>
              </a:spcAft>
              <a:buClr>
                <a:srgbClr val="888888"/>
              </a:buClr>
              <a:buSzPts val="1200"/>
              <a:buNone/>
              <a:defRPr sz="1108">
                <a:solidFill>
                  <a:srgbClr val="888888"/>
                </a:solidFill>
              </a:defRPr>
            </a:lvl6pPr>
            <a:lvl7pPr marL="2286046" lvl="6" indent="-163289" algn="l">
              <a:lnSpc>
                <a:spcPct val="90000"/>
              </a:lnSpc>
              <a:spcBef>
                <a:spcPts val="346"/>
              </a:spcBef>
              <a:spcAft>
                <a:spcPts val="0"/>
              </a:spcAft>
              <a:buClr>
                <a:srgbClr val="888888"/>
              </a:buClr>
              <a:buSzPts val="1200"/>
              <a:buNone/>
              <a:defRPr sz="1108">
                <a:solidFill>
                  <a:srgbClr val="888888"/>
                </a:solidFill>
              </a:defRPr>
            </a:lvl7pPr>
            <a:lvl8pPr marL="2612624" lvl="7" indent="-163289" algn="l">
              <a:lnSpc>
                <a:spcPct val="90000"/>
              </a:lnSpc>
              <a:spcBef>
                <a:spcPts val="346"/>
              </a:spcBef>
              <a:spcAft>
                <a:spcPts val="0"/>
              </a:spcAft>
              <a:buClr>
                <a:srgbClr val="888888"/>
              </a:buClr>
              <a:buSzPts val="1200"/>
              <a:buNone/>
              <a:defRPr sz="1108">
                <a:solidFill>
                  <a:srgbClr val="888888"/>
                </a:solidFill>
              </a:defRPr>
            </a:lvl8pPr>
            <a:lvl9pPr marL="2939202" lvl="8" indent="-163289" algn="l">
              <a:lnSpc>
                <a:spcPct val="90000"/>
              </a:lnSpc>
              <a:spcBef>
                <a:spcPts val="346"/>
              </a:spcBef>
              <a:spcAft>
                <a:spcPts val="0"/>
              </a:spcAft>
              <a:buClr>
                <a:srgbClr val="888888"/>
              </a:buClr>
              <a:buSzPts val="1200"/>
              <a:buNone/>
              <a:defRPr sz="1108">
                <a:solidFill>
                  <a:srgbClr val="888888"/>
                </a:solidFill>
              </a:defRPr>
            </a:lvl9pPr>
          </a:lstStyle>
          <a:p>
            <a:endParaRPr/>
          </a:p>
        </p:txBody>
      </p:sp>
      <p:sp>
        <p:nvSpPr>
          <p:cNvPr id="20" name="Google Shape;20;p10"/>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0"/>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0"/>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3"/>
        <p:cNvGrpSpPr/>
        <p:nvPr/>
      </p:nvGrpSpPr>
      <p:grpSpPr>
        <a:xfrm>
          <a:off x="0" y="0"/>
          <a:ext cx="0" cy="0"/>
          <a:chOff x="0" y="0"/>
          <a:chExt cx="0" cy="0"/>
        </a:xfrm>
      </p:grpSpPr>
      <p:sp>
        <p:nvSpPr>
          <p:cNvPr id="24" name="Google Shape;24;p11"/>
          <p:cNvSpPr txBox="1">
            <a:spLocks noGrp="1"/>
          </p:cNvSpPr>
          <p:nvPr>
            <p:ph type="title"/>
          </p:nvPr>
        </p:nvSpPr>
        <p:spPr>
          <a:xfrm>
            <a:off x="471490"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1"/>
          <p:cNvSpPr txBox="1">
            <a:spLocks noGrp="1"/>
          </p:cNvSpPr>
          <p:nvPr>
            <p:ph type="body" idx="1"/>
          </p:nvPr>
        </p:nvSpPr>
        <p:spPr>
          <a:xfrm>
            <a:off x="471488" y="2637014"/>
            <a:ext cx="2914650" cy="6285266"/>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26" name="Google Shape;26;p11"/>
          <p:cNvSpPr txBox="1">
            <a:spLocks noGrp="1"/>
          </p:cNvSpPr>
          <p:nvPr>
            <p:ph type="body" idx="2"/>
          </p:nvPr>
        </p:nvSpPr>
        <p:spPr>
          <a:xfrm>
            <a:off x="3471863" y="2637014"/>
            <a:ext cx="2914650" cy="6285266"/>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27" name="Google Shape;27;p11"/>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1"/>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1"/>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472383"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2"/>
          <p:cNvSpPr txBox="1">
            <a:spLocks noGrp="1"/>
          </p:cNvSpPr>
          <p:nvPr>
            <p:ph type="body" idx="1"/>
          </p:nvPr>
        </p:nvSpPr>
        <p:spPr>
          <a:xfrm>
            <a:off x="472383" y="2428349"/>
            <a:ext cx="2901255" cy="1190095"/>
          </a:xfrm>
          <a:prstGeom prst="rect">
            <a:avLst/>
          </a:prstGeom>
          <a:noFill/>
          <a:ln>
            <a:noFill/>
          </a:ln>
        </p:spPr>
        <p:txBody>
          <a:bodyPr spcFirstLastPara="1" wrap="square" lIns="91425" tIns="45700" rIns="91425" bIns="45700" anchor="b" anchorCtr="0">
            <a:normAutofit/>
          </a:bodyPr>
          <a:lstStyle>
            <a:lvl1pPr marL="326578" lvl="0" indent="-163289" algn="l">
              <a:lnSpc>
                <a:spcPct val="90000"/>
              </a:lnSpc>
              <a:spcBef>
                <a:spcPts val="692"/>
              </a:spcBef>
              <a:spcAft>
                <a:spcPts val="0"/>
              </a:spcAft>
              <a:buClr>
                <a:schemeClr val="dk1"/>
              </a:buClr>
              <a:buSzPts val="1800"/>
              <a:buNone/>
              <a:defRPr sz="1661" b="1"/>
            </a:lvl1pPr>
            <a:lvl2pPr marL="653156" lvl="1" indent="-163289" algn="l">
              <a:lnSpc>
                <a:spcPct val="90000"/>
              </a:lnSpc>
              <a:spcBef>
                <a:spcPts val="346"/>
              </a:spcBef>
              <a:spcAft>
                <a:spcPts val="0"/>
              </a:spcAft>
              <a:buClr>
                <a:schemeClr val="dk1"/>
              </a:buClr>
              <a:buSzPts val="1500"/>
              <a:buNone/>
              <a:defRPr sz="1384" b="1"/>
            </a:lvl2pPr>
            <a:lvl3pPr marL="979734" lvl="2" indent="-163289" algn="l">
              <a:lnSpc>
                <a:spcPct val="90000"/>
              </a:lnSpc>
              <a:spcBef>
                <a:spcPts val="346"/>
              </a:spcBef>
              <a:spcAft>
                <a:spcPts val="0"/>
              </a:spcAft>
              <a:buClr>
                <a:schemeClr val="dk1"/>
              </a:buClr>
              <a:buSzPts val="1350"/>
              <a:buNone/>
              <a:defRPr sz="1246" b="1"/>
            </a:lvl3pPr>
            <a:lvl4pPr marL="1306312" lvl="3" indent="-163289" algn="l">
              <a:lnSpc>
                <a:spcPct val="90000"/>
              </a:lnSpc>
              <a:spcBef>
                <a:spcPts val="346"/>
              </a:spcBef>
              <a:spcAft>
                <a:spcPts val="0"/>
              </a:spcAft>
              <a:buClr>
                <a:schemeClr val="dk1"/>
              </a:buClr>
              <a:buSzPts val="1200"/>
              <a:buNone/>
              <a:defRPr sz="1108" b="1"/>
            </a:lvl4pPr>
            <a:lvl5pPr marL="1632890" lvl="4" indent="-163289" algn="l">
              <a:lnSpc>
                <a:spcPct val="90000"/>
              </a:lnSpc>
              <a:spcBef>
                <a:spcPts val="346"/>
              </a:spcBef>
              <a:spcAft>
                <a:spcPts val="0"/>
              </a:spcAft>
              <a:buClr>
                <a:schemeClr val="dk1"/>
              </a:buClr>
              <a:buSzPts val="1200"/>
              <a:buNone/>
              <a:defRPr sz="1108" b="1"/>
            </a:lvl5pPr>
            <a:lvl6pPr marL="1959468" lvl="5" indent="-163289" algn="l">
              <a:lnSpc>
                <a:spcPct val="90000"/>
              </a:lnSpc>
              <a:spcBef>
                <a:spcPts val="346"/>
              </a:spcBef>
              <a:spcAft>
                <a:spcPts val="0"/>
              </a:spcAft>
              <a:buClr>
                <a:schemeClr val="dk1"/>
              </a:buClr>
              <a:buSzPts val="1200"/>
              <a:buNone/>
              <a:defRPr sz="1108" b="1"/>
            </a:lvl6pPr>
            <a:lvl7pPr marL="2286046" lvl="6" indent="-163289" algn="l">
              <a:lnSpc>
                <a:spcPct val="90000"/>
              </a:lnSpc>
              <a:spcBef>
                <a:spcPts val="346"/>
              </a:spcBef>
              <a:spcAft>
                <a:spcPts val="0"/>
              </a:spcAft>
              <a:buClr>
                <a:schemeClr val="dk1"/>
              </a:buClr>
              <a:buSzPts val="1200"/>
              <a:buNone/>
              <a:defRPr sz="1108" b="1"/>
            </a:lvl7pPr>
            <a:lvl8pPr marL="2612624" lvl="7" indent="-163289" algn="l">
              <a:lnSpc>
                <a:spcPct val="90000"/>
              </a:lnSpc>
              <a:spcBef>
                <a:spcPts val="346"/>
              </a:spcBef>
              <a:spcAft>
                <a:spcPts val="0"/>
              </a:spcAft>
              <a:buClr>
                <a:schemeClr val="dk1"/>
              </a:buClr>
              <a:buSzPts val="1200"/>
              <a:buNone/>
              <a:defRPr sz="1108" b="1"/>
            </a:lvl8pPr>
            <a:lvl9pPr marL="2939202" lvl="8" indent="-163289" algn="l">
              <a:lnSpc>
                <a:spcPct val="90000"/>
              </a:lnSpc>
              <a:spcBef>
                <a:spcPts val="346"/>
              </a:spcBef>
              <a:spcAft>
                <a:spcPts val="0"/>
              </a:spcAft>
              <a:buClr>
                <a:schemeClr val="dk1"/>
              </a:buClr>
              <a:buSzPts val="1200"/>
              <a:buNone/>
              <a:defRPr sz="1108" b="1"/>
            </a:lvl9pPr>
          </a:lstStyle>
          <a:p>
            <a:endParaRPr/>
          </a:p>
        </p:txBody>
      </p:sp>
      <p:sp>
        <p:nvSpPr>
          <p:cNvPr id="33" name="Google Shape;33;p12"/>
          <p:cNvSpPr txBox="1">
            <a:spLocks noGrp="1"/>
          </p:cNvSpPr>
          <p:nvPr>
            <p:ph type="body" idx="2"/>
          </p:nvPr>
        </p:nvSpPr>
        <p:spPr>
          <a:xfrm>
            <a:off x="472383" y="3618442"/>
            <a:ext cx="2901255" cy="5322183"/>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34" name="Google Shape;34;p12"/>
          <p:cNvSpPr txBox="1">
            <a:spLocks noGrp="1"/>
          </p:cNvSpPr>
          <p:nvPr>
            <p:ph type="body" idx="3"/>
          </p:nvPr>
        </p:nvSpPr>
        <p:spPr>
          <a:xfrm>
            <a:off x="3471864" y="2428349"/>
            <a:ext cx="2915543" cy="1190095"/>
          </a:xfrm>
          <a:prstGeom prst="rect">
            <a:avLst/>
          </a:prstGeom>
          <a:noFill/>
          <a:ln>
            <a:noFill/>
          </a:ln>
        </p:spPr>
        <p:txBody>
          <a:bodyPr spcFirstLastPara="1" wrap="square" lIns="91425" tIns="45700" rIns="91425" bIns="45700" anchor="b" anchorCtr="0">
            <a:normAutofit/>
          </a:bodyPr>
          <a:lstStyle>
            <a:lvl1pPr marL="326578" lvl="0" indent="-163289" algn="l">
              <a:lnSpc>
                <a:spcPct val="90000"/>
              </a:lnSpc>
              <a:spcBef>
                <a:spcPts val="692"/>
              </a:spcBef>
              <a:spcAft>
                <a:spcPts val="0"/>
              </a:spcAft>
              <a:buClr>
                <a:schemeClr val="dk1"/>
              </a:buClr>
              <a:buSzPts val="1800"/>
              <a:buNone/>
              <a:defRPr sz="1661" b="1"/>
            </a:lvl1pPr>
            <a:lvl2pPr marL="653156" lvl="1" indent="-163289" algn="l">
              <a:lnSpc>
                <a:spcPct val="90000"/>
              </a:lnSpc>
              <a:spcBef>
                <a:spcPts val="346"/>
              </a:spcBef>
              <a:spcAft>
                <a:spcPts val="0"/>
              </a:spcAft>
              <a:buClr>
                <a:schemeClr val="dk1"/>
              </a:buClr>
              <a:buSzPts val="1500"/>
              <a:buNone/>
              <a:defRPr sz="1384" b="1"/>
            </a:lvl2pPr>
            <a:lvl3pPr marL="979734" lvl="2" indent="-163289" algn="l">
              <a:lnSpc>
                <a:spcPct val="90000"/>
              </a:lnSpc>
              <a:spcBef>
                <a:spcPts val="346"/>
              </a:spcBef>
              <a:spcAft>
                <a:spcPts val="0"/>
              </a:spcAft>
              <a:buClr>
                <a:schemeClr val="dk1"/>
              </a:buClr>
              <a:buSzPts val="1350"/>
              <a:buNone/>
              <a:defRPr sz="1246" b="1"/>
            </a:lvl3pPr>
            <a:lvl4pPr marL="1306312" lvl="3" indent="-163289" algn="l">
              <a:lnSpc>
                <a:spcPct val="90000"/>
              </a:lnSpc>
              <a:spcBef>
                <a:spcPts val="346"/>
              </a:spcBef>
              <a:spcAft>
                <a:spcPts val="0"/>
              </a:spcAft>
              <a:buClr>
                <a:schemeClr val="dk1"/>
              </a:buClr>
              <a:buSzPts val="1200"/>
              <a:buNone/>
              <a:defRPr sz="1108" b="1"/>
            </a:lvl4pPr>
            <a:lvl5pPr marL="1632890" lvl="4" indent="-163289" algn="l">
              <a:lnSpc>
                <a:spcPct val="90000"/>
              </a:lnSpc>
              <a:spcBef>
                <a:spcPts val="346"/>
              </a:spcBef>
              <a:spcAft>
                <a:spcPts val="0"/>
              </a:spcAft>
              <a:buClr>
                <a:schemeClr val="dk1"/>
              </a:buClr>
              <a:buSzPts val="1200"/>
              <a:buNone/>
              <a:defRPr sz="1108" b="1"/>
            </a:lvl5pPr>
            <a:lvl6pPr marL="1959468" lvl="5" indent="-163289" algn="l">
              <a:lnSpc>
                <a:spcPct val="90000"/>
              </a:lnSpc>
              <a:spcBef>
                <a:spcPts val="346"/>
              </a:spcBef>
              <a:spcAft>
                <a:spcPts val="0"/>
              </a:spcAft>
              <a:buClr>
                <a:schemeClr val="dk1"/>
              </a:buClr>
              <a:buSzPts val="1200"/>
              <a:buNone/>
              <a:defRPr sz="1108" b="1"/>
            </a:lvl6pPr>
            <a:lvl7pPr marL="2286046" lvl="6" indent="-163289" algn="l">
              <a:lnSpc>
                <a:spcPct val="90000"/>
              </a:lnSpc>
              <a:spcBef>
                <a:spcPts val="346"/>
              </a:spcBef>
              <a:spcAft>
                <a:spcPts val="0"/>
              </a:spcAft>
              <a:buClr>
                <a:schemeClr val="dk1"/>
              </a:buClr>
              <a:buSzPts val="1200"/>
              <a:buNone/>
              <a:defRPr sz="1108" b="1"/>
            </a:lvl7pPr>
            <a:lvl8pPr marL="2612624" lvl="7" indent="-163289" algn="l">
              <a:lnSpc>
                <a:spcPct val="90000"/>
              </a:lnSpc>
              <a:spcBef>
                <a:spcPts val="346"/>
              </a:spcBef>
              <a:spcAft>
                <a:spcPts val="0"/>
              </a:spcAft>
              <a:buClr>
                <a:schemeClr val="dk1"/>
              </a:buClr>
              <a:buSzPts val="1200"/>
              <a:buNone/>
              <a:defRPr sz="1108" b="1"/>
            </a:lvl8pPr>
            <a:lvl9pPr marL="2939202" lvl="8" indent="-163289" algn="l">
              <a:lnSpc>
                <a:spcPct val="90000"/>
              </a:lnSpc>
              <a:spcBef>
                <a:spcPts val="346"/>
              </a:spcBef>
              <a:spcAft>
                <a:spcPts val="0"/>
              </a:spcAft>
              <a:buClr>
                <a:schemeClr val="dk1"/>
              </a:buClr>
              <a:buSzPts val="1200"/>
              <a:buNone/>
              <a:defRPr sz="1108" b="1"/>
            </a:lvl9pPr>
          </a:lstStyle>
          <a:p>
            <a:endParaRPr/>
          </a:p>
        </p:txBody>
      </p:sp>
      <p:sp>
        <p:nvSpPr>
          <p:cNvPr id="35" name="Google Shape;35;p12"/>
          <p:cNvSpPr txBox="1">
            <a:spLocks noGrp="1"/>
          </p:cNvSpPr>
          <p:nvPr>
            <p:ph type="body" idx="4"/>
          </p:nvPr>
        </p:nvSpPr>
        <p:spPr>
          <a:xfrm>
            <a:off x="3471864" y="3618442"/>
            <a:ext cx="2915543" cy="5322183"/>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36" name="Google Shape;36;p12"/>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2"/>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39"/>
        <p:cNvGrpSpPr/>
        <p:nvPr/>
      </p:nvGrpSpPr>
      <p:grpSpPr>
        <a:xfrm>
          <a:off x="0" y="0"/>
          <a:ext cx="0" cy="0"/>
          <a:chOff x="0" y="0"/>
          <a:chExt cx="0" cy="0"/>
        </a:xfrm>
      </p:grpSpPr>
      <p:sp>
        <p:nvSpPr>
          <p:cNvPr id="40" name="Google Shape;40;p13"/>
          <p:cNvSpPr txBox="1">
            <a:spLocks noGrp="1"/>
          </p:cNvSpPr>
          <p:nvPr>
            <p:ph type="title"/>
          </p:nvPr>
        </p:nvSpPr>
        <p:spPr>
          <a:xfrm>
            <a:off x="471490"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3"/>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3"/>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3"/>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44"/>
        <p:cNvGrpSpPr/>
        <p:nvPr/>
      </p:nvGrpSpPr>
      <p:grpSpPr>
        <a:xfrm>
          <a:off x="0" y="0"/>
          <a:ext cx="0" cy="0"/>
          <a:chOff x="0" y="0"/>
          <a:chExt cx="0" cy="0"/>
        </a:xfrm>
      </p:grpSpPr>
      <p:sp>
        <p:nvSpPr>
          <p:cNvPr id="45" name="Google Shape;45;p14"/>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4"/>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48"/>
        <p:cNvGrpSpPr/>
        <p:nvPr/>
      </p:nvGrpSpPr>
      <p:grpSpPr>
        <a:xfrm>
          <a:off x="0" y="0"/>
          <a:ext cx="0" cy="0"/>
          <a:chOff x="0" y="0"/>
          <a:chExt cx="0" cy="0"/>
        </a:xfrm>
      </p:grpSpPr>
      <p:sp>
        <p:nvSpPr>
          <p:cNvPr id="49" name="Google Shape;49;p15"/>
          <p:cNvSpPr txBox="1">
            <a:spLocks noGrp="1"/>
          </p:cNvSpPr>
          <p:nvPr>
            <p:ph type="title"/>
          </p:nvPr>
        </p:nvSpPr>
        <p:spPr>
          <a:xfrm>
            <a:off x="472381" y="660400"/>
            <a:ext cx="2211884" cy="2311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216"/>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5"/>
          <p:cNvSpPr txBox="1">
            <a:spLocks noGrp="1"/>
          </p:cNvSpPr>
          <p:nvPr>
            <p:ph type="body" idx="1"/>
          </p:nvPr>
        </p:nvSpPr>
        <p:spPr>
          <a:xfrm>
            <a:off x="2915544" y="1426283"/>
            <a:ext cx="3471863" cy="7039681"/>
          </a:xfrm>
          <a:prstGeom prst="rect">
            <a:avLst/>
          </a:prstGeom>
          <a:noFill/>
          <a:ln>
            <a:noFill/>
          </a:ln>
        </p:spPr>
        <p:txBody>
          <a:bodyPr spcFirstLastPara="1" wrap="square" lIns="91425" tIns="45700" rIns="91425" bIns="45700" anchor="t" anchorCtr="0">
            <a:normAutofit/>
          </a:bodyPr>
          <a:lstStyle>
            <a:lvl1pPr marL="326578" lvl="0" indent="-272148" algn="l">
              <a:lnSpc>
                <a:spcPct val="90000"/>
              </a:lnSpc>
              <a:spcBef>
                <a:spcPts val="692"/>
              </a:spcBef>
              <a:spcAft>
                <a:spcPts val="0"/>
              </a:spcAft>
              <a:buClr>
                <a:schemeClr val="dk1"/>
              </a:buClr>
              <a:buSzPts val="2400"/>
              <a:buChar char="•"/>
              <a:defRPr sz="2216"/>
            </a:lvl1pPr>
            <a:lvl2pPr marL="653156" lvl="1" indent="-258541" algn="l">
              <a:lnSpc>
                <a:spcPct val="90000"/>
              </a:lnSpc>
              <a:spcBef>
                <a:spcPts val="346"/>
              </a:spcBef>
              <a:spcAft>
                <a:spcPts val="0"/>
              </a:spcAft>
              <a:buClr>
                <a:schemeClr val="dk1"/>
              </a:buClr>
              <a:buSzPts val="2100"/>
              <a:buChar char="•"/>
              <a:defRPr sz="1939"/>
            </a:lvl2pPr>
            <a:lvl3pPr marL="979734" lvl="2" indent="-244933" algn="l">
              <a:lnSpc>
                <a:spcPct val="90000"/>
              </a:lnSpc>
              <a:spcBef>
                <a:spcPts val="346"/>
              </a:spcBef>
              <a:spcAft>
                <a:spcPts val="0"/>
              </a:spcAft>
              <a:buClr>
                <a:schemeClr val="dk1"/>
              </a:buClr>
              <a:buSzPts val="1800"/>
              <a:buChar char="•"/>
              <a:defRPr sz="1661"/>
            </a:lvl3pPr>
            <a:lvl4pPr marL="1306312" lvl="3" indent="-231326" algn="l">
              <a:lnSpc>
                <a:spcPct val="90000"/>
              </a:lnSpc>
              <a:spcBef>
                <a:spcPts val="346"/>
              </a:spcBef>
              <a:spcAft>
                <a:spcPts val="0"/>
              </a:spcAft>
              <a:buClr>
                <a:schemeClr val="dk1"/>
              </a:buClr>
              <a:buSzPts val="1500"/>
              <a:buChar char="•"/>
              <a:defRPr sz="1384"/>
            </a:lvl4pPr>
            <a:lvl5pPr marL="1632890" lvl="4" indent="-231326" algn="l">
              <a:lnSpc>
                <a:spcPct val="90000"/>
              </a:lnSpc>
              <a:spcBef>
                <a:spcPts val="346"/>
              </a:spcBef>
              <a:spcAft>
                <a:spcPts val="0"/>
              </a:spcAft>
              <a:buClr>
                <a:schemeClr val="dk1"/>
              </a:buClr>
              <a:buSzPts val="1500"/>
              <a:buChar char="•"/>
              <a:defRPr sz="1384"/>
            </a:lvl5pPr>
            <a:lvl6pPr marL="1959468" lvl="5" indent="-231326" algn="l">
              <a:lnSpc>
                <a:spcPct val="90000"/>
              </a:lnSpc>
              <a:spcBef>
                <a:spcPts val="346"/>
              </a:spcBef>
              <a:spcAft>
                <a:spcPts val="0"/>
              </a:spcAft>
              <a:buClr>
                <a:schemeClr val="dk1"/>
              </a:buClr>
              <a:buSzPts val="1500"/>
              <a:buChar char="•"/>
              <a:defRPr sz="1384"/>
            </a:lvl6pPr>
            <a:lvl7pPr marL="2286046" lvl="6" indent="-231326" algn="l">
              <a:lnSpc>
                <a:spcPct val="90000"/>
              </a:lnSpc>
              <a:spcBef>
                <a:spcPts val="346"/>
              </a:spcBef>
              <a:spcAft>
                <a:spcPts val="0"/>
              </a:spcAft>
              <a:buClr>
                <a:schemeClr val="dk1"/>
              </a:buClr>
              <a:buSzPts val="1500"/>
              <a:buChar char="•"/>
              <a:defRPr sz="1384"/>
            </a:lvl7pPr>
            <a:lvl8pPr marL="2612624" lvl="7" indent="-231326" algn="l">
              <a:lnSpc>
                <a:spcPct val="90000"/>
              </a:lnSpc>
              <a:spcBef>
                <a:spcPts val="346"/>
              </a:spcBef>
              <a:spcAft>
                <a:spcPts val="0"/>
              </a:spcAft>
              <a:buClr>
                <a:schemeClr val="dk1"/>
              </a:buClr>
              <a:buSzPts val="1500"/>
              <a:buChar char="•"/>
              <a:defRPr sz="1384"/>
            </a:lvl8pPr>
            <a:lvl9pPr marL="2939202" lvl="8" indent="-231326" algn="l">
              <a:lnSpc>
                <a:spcPct val="90000"/>
              </a:lnSpc>
              <a:spcBef>
                <a:spcPts val="346"/>
              </a:spcBef>
              <a:spcAft>
                <a:spcPts val="0"/>
              </a:spcAft>
              <a:buClr>
                <a:schemeClr val="dk1"/>
              </a:buClr>
              <a:buSzPts val="1500"/>
              <a:buChar char="•"/>
              <a:defRPr sz="1384"/>
            </a:lvl9pPr>
          </a:lstStyle>
          <a:p>
            <a:endParaRPr/>
          </a:p>
        </p:txBody>
      </p:sp>
      <p:sp>
        <p:nvSpPr>
          <p:cNvPr id="51" name="Google Shape;51;p15"/>
          <p:cNvSpPr txBox="1">
            <a:spLocks noGrp="1"/>
          </p:cNvSpPr>
          <p:nvPr>
            <p:ph type="body" idx="2"/>
          </p:nvPr>
        </p:nvSpPr>
        <p:spPr>
          <a:xfrm>
            <a:off x="472381" y="2971802"/>
            <a:ext cx="2211884" cy="5505627"/>
          </a:xfrm>
          <a:prstGeom prst="rect">
            <a:avLst/>
          </a:prstGeom>
          <a:noFill/>
          <a:ln>
            <a:noFill/>
          </a:ln>
        </p:spPr>
        <p:txBody>
          <a:bodyPr spcFirstLastPara="1" wrap="square" lIns="91425" tIns="45700" rIns="91425" bIns="45700" anchor="t" anchorCtr="0">
            <a:normAutofit/>
          </a:bodyPr>
          <a:lstStyle>
            <a:lvl1pPr marL="326578" lvl="0" indent="-163289" algn="l">
              <a:lnSpc>
                <a:spcPct val="90000"/>
              </a:lnSpc>
              <a:spcBef>
                <a:spcPts val="692"/>
              </a:spcBef>
              <a:spcAft>
                <a:spcPts val="0"/>
              </a:spcAft>
              <a:buClr>
                <a:schemeClr val="dk1"/>
              </a:buClr>
              <a:buSzPts val="1200"/>
              <a:buNone/>
              <a:defRPr sz="1108"/>
            </a:lvl1pPr>
            <a:lvl2pPr marL="653156" lvl="1" indent="-163289" algn="l">
              <a:lnSpc>
                <a:spcPct val="90000"/>
              </a:lnSpc>
              <a:spcBef>
                <a:spcPts val="346"/>
              </a:spcBef>
              <a:spcAft>
                <a:spcPts val="0"/>
              </a:spcAft>
              <a:buClr>
                <a:schemeClr val="dk1"/>
              </a:buClr>
              <a:buSzPts val="1050"/>
              <a:buNone/>
              <a:defRPr sz="969"/>
            </a:lvl2pPr>
            <a:lvl3pPr marL="979734" lvl="2" indent="-163289" algn="l">
              <a:lnSpc>
                <a:spcPct val="90000"/>
              </a:lnSpc>
              <a:spcBef>
                <a:spcPts val="346"/>
              </a:spcBef>
              <a:spcAft>
                <a:spcPts val="0"/>
              </a:spcAft>
              <a:buClr>
                <a:schemeClr val="dk1"/>
              </a:buClr>
              <a:buSzPts val="900"/>
              <a:buNone/>
              <a:defRPr sz="831"/>
            </a:lvl3pPr>
            <a:lvl4pPr marL="1306312" lvl="3" indent="-163289" algn="l">
              <a:lnSpc>
                <a:spcPct val="90000"/>
              </a:lnSpc>
              <a:spcBef>
                <a:spcPts val="346"/>
              </a:spcBef>
              <a:spcAft>
                <a:spcPts val="0"/>
              </a:spcAft>
              <a:buClr>
                <a:schemeClr val="dk1"/>
              </a:buClr>
              <a:buSzPts val="750"/>
              <a:buNone/>
              <a:defRPr sz="691"/>
            </a:lvl4pPr>
            <a:lvl5pPr marL="1632890" lvl="4" indent="-163289" algn="l">
              <a:lnSpc>
                <a:spcPct val="90000"/>
              </a:lnSpc>
              <a:spcBef>
                <a:spcPts val="346"/>
              </a:spcBef>
              <a:spcAft>
                <a:spcPts val="0"/>
              </a:spcAft>
              <a:buClr>
                <a:schemeClr val="dk1"/>
              </a:buClr>
              <a:buSzPts val="750"/>
              <a:buNone/>
              <a:defRPr sz="691"/>
            </a:lvl5pPr>
            <a:lvl6pPr marL="1959468" lvl="5" indent="-163289" algn="l">
              <a:lnSpc>
                <a:spcPct val="90000"/>
              </a:lnSpc>
              <a:spcBef>
                <a:spcPts val="346"/>
              </a:spcBef>
              <a:spcAft>
                <a:spcPts val="0"/>
              </a:spcAft>
              <a:buClr>
                <a:schemeClr val="dk1"/>
              </a:buClr>
              <a:buSzPts val="750"/>
              <a:buNone/>
              <a:defRPr sz="691"/>
            </a:lvl6pPr>
            <a:lvl7pPr marL="2286046" lvl="6" indent="-163289" algn="l">
              <a:lnSpc>
                <a:spcPct val="90000"/>
              </a:lnSpc>
              <a:spcBef>
                <a:spcPts val="346"/>
              </a:spcBef>
              <a:spcAft>
                <a:spcPts val="0"/>
              </a:spcAft>
              <a:buClr>
                <a:schemeClr val="dk1"/>
              </a:buClr>
              <a:buSzPts val="750"/>
              <a:buNone/>
              <a:defRPr sz="691"/>
            </a:lvl7pPr>
            <a:lvl8pPr marL="2612624" lvl="7" indent="-163289" algn="l">
              <a:lnSpc>
                <a:spcPct val="90000"/>
              </a:lnSpc>
              <a:spcBef>
                <a:spcPts val="346"/>
              </a:spcBef>
              <a:spcAft>
                <a:spcPts val="0"/>
              </a:spcAft>
              <a:buClr>
                <a:schemeClr val="dk1"/>
              </a:buClr>
              <a:buSzPts val="750"/>
              <a:buNone/>
              <a:defRPr sz="691"/>
            </a:lvl8pPr>
            <a:lvl9pPr marL="2939202" lvl="8" indent="-163289" algn="l">
              <a:lnSpc>
                <a:spcPct val="90000"/>
              </a:lnSpc>
              <a:spcBef>
                <a:spcPts val="346"/>
              </a:spcBef>
              <a:spcAft>
                <a:spcPts val="0"/>
              </a:spcAft>
              <a:buClr>
                <a:schemeClr val="dk1"/>
              </a:buClr>
              <a:buSzPts val="750"/>
              <a:buNone/>
              <a:defRPr sz="691"/>
            </a:lvl9pPr>
          </a:lstStyle>
          <a:p>
            <a:endParaRPr/>
          </a:p>
        </p:txBody>
      </p:sp>
      <p:sp>
        <p:nvSpPr>
          <p:cNvPr id="52" name="Google Shape;52;p15"/>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5"/>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5"/>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55"/>
        <p:cNvGrpSpPr/>
        <p:nvPr/>
      </p:nvGrpSpPr>
      <p:grpSpPr>
        <a:xfrm>
          <a:off x="0" y="0"/>
          <a:ext cx="0" cy="0"/>
          <a:chOff x="0" y="0"/>
          <a:chExt cx="0" cy="0"/>
        </a:xfrm>
      </p:grpSpPr>
      <p:sp>
        <p:nvSpPr>
          <p:cNvPr id="56" name="Google Shape;56;p16"/>
          <p:cNvSpPr txBox="1">
            <a:spLocks noGrp="1"/>
          </p:cNvSpPr>
          <p:nvPr>
            <p:ph type="title"/>
          </p:nvPr>
        </p:nvSpPr>
        <p:spPr>
          <a:xfrm>
            <a:off x="472381" y="660400"/>
            <a:ext cx="2211884" cy="2311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216"/>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6"/>
          <p:cNvSpPr>
            <a:spLocks noGrp="1"/>
          </p:cNvSpPr>
          <p:nvPr>
            <p:ph type="pic" idx="2"/>
          </p:nvPr>
        </p:nvSpPr>
        <p:spPr>
          <a:xfrm>
            <a:off x="2915544" y="1426283"/>
            <a:ext cx="3471863" cy="7039681"/>
          </a:xfrm>
          <a:prstGeom prst="rect">
            <a:avLst/>
          </a:prstGeom>
          <a:noFill/>
          <a:ln>
            <a:noFill/>
          </a:ln>
        </p:spPr>
      </p:sp>
      <p:sp>
        <p:nvSpPr>
          <p:cNvPr id="58" name="Google Shape;58;p16"/>
          <p:cNvSpPr txBox="1">
            <a:spLocks noGrp="1"/>
          </p:cNvSpPr>
          <p:nvPr>
            <p:ph type="body" idx="1"/>
          </p:nvPr>
        </p:nvSpPr>
        <p:spPr>
          <a:xfrm>
            <a:off x="472381" y="2971802"/>
            <a:ext cx="2211884" cy="5505627"/>
          </a:xfrm>
          <a:prstGeom prst="rect">
            <a:avLst/>
          </a:prstGeom>
          <a:noFill/>
          <a:ln>
            <a:noFill/>
          </a:ln>
        </p:spPr>
        <p:txBody>
          <a:bodyPr spcFirstLastPara="1" wrap="square" lIns="91425" tIns="45700" rIns="91425" bIns="45700" anchor="t" anchorCtr="0">
            <a:normAutofit/>
          </a:bodyPr>
          <a:lstStyle>
            <a:lvl1pPr marL="326578" lvl="0" indent="-163289" algn="l">
              <a:lnSpc>
                <a:spcPct val="90000"/>
              </a:lnSpc>
              <a:spcBef>
                <a:spcPts val="692"/>
              </a:spcBef>
              <a:spcAft>
                <a:spcPts val="0"/>
              </a:spcAft>
              <a:buClr>
                <a:schemeClr val="dk1"/>
              </a:buClr>
              <a:buSzPts val="1200"/>
              <a:buNone/>
              <a:defRPr sz="1108"/>
            </a:lvl1pPr>
            <a:lvl2pPr marL="653156" lvl="1" indent="-163289" algn="l">
              <a:lnSpc>
                <a:spcPct val="90000"/>
              </a:lnSpc>
              <a:spcBef>
                <a:spcPts val="346"/>
              </a:spcBef>
              <a:spcAft>
                <a:spcPts val="0"/>
              </a:spcAft>
              <a:buClr>
                <a:schemeClr val="dk1"/>
              </a:buClr>
              <a:buSzPts val="1050"/>
              <a:buNone/>
              <a:defRPr sz="969"/>
            </a:lvl2pPr>
            <a:lvl3pPr marL="979734" lvl="2" indent="-163289" algn="l">
              <a:lnSpc>
                <a:spcPct val="90000"/>
              </a:lnSpc>
              <a:spcBef>
                <a:spcPts val="346"/>
              </a:spcBef>
              <a:spcAft>
                <a:spcPts val="0"/>
              </a:spcAft>
              <a:buClr>
                <a:schemeClr val="dk1"/>
              </a:buClr>
              <a:buSzPts val="900"/>
              <a:buNone/>
              <a:defRPr sz="831"/>
            </a:lvl3pPr>
            <a:lvl4pPr marL="1306312" lvl="3" indent="-163289" algn="l">
              <a:lnSpc>
                <a:spcPct val="90000"/>
              </a:lnSpc>
              <a:spcBef>
                <a:spcPts val="346"/>
              </a:spcBef>
              <a:spcAft>
                <a:spcPts val="0"/>
              </a:spcAft>
              <a:buClr>
                <a:schemeClr val="dk1"/>
              </a:buClr>
              <a:buSzPts val="750"/>
              <a:buNone/>
              <a:defRPr sz="691"/>
            </a:lvl4pPr>
            <a:lvl5pPr marL="1632890" lvl="4" indent="-163289" algn="l">
              <a:lnSpc>
                <a:spcPct val="90000"/>
              </a:lnSpc>
              <a:spcBef>
                <a:spcPts val="346"/>
              </a:spcBef>
              <a:spcAft>
                <a:spcPts val="0"/>
              </a:spcAft>
              <a:buClr>
                <a:schemeClr val="dk1"/>
              </a:buClr>
              <a:buSzPts val="750"/>
              <a:buNone/>
              <a:defRPr sz="691"/>
            </a:lvl5pPr>
            <a:lvl6pPr marL="1959468" lvl="5" indent="-163289" algn="l">
              <a:lnSpc>
                <a:spcPct val="90000"/>
              </a:lnSpc>
              <a:spcBef>
                <a:spcPts val="346"/>
              </a:spcBef>
              <a:spcAft>
                <a:spcPts val="0"/>
              </a:spcAft>
              <a:buClr>
                <a:schemeClr val="dk1"/>
              </a:buClr>
              <a:buSzPts val="750"/>
              <a:buNone/>
              <a:defRPr sz="691"/>
            </a:lvl6pPr>
            <a:lvl7pPr marL="2286046" lvl="6" indent="-163289" algn="l">
              <a:lnSpc>
                <a:spcPct val="90000"/>
              </a:lnSpc>
              <a:spcBef>
                <a:spcPts val="346"/>
              </a:spcBef>
              <a:spcAft>
                <a:spcPts val="0"/>
              </a:spcAft>
              <a:buClr>
                <a:schemeClr val="dk1"/>
              </a:buClr>
              <a:buSzPts val="750"/>
              <a:buNone/>
              <a:defRPr sz="691"/>
            </a:lvl7pPr>
            <a:lvl8pPr marL="2612624" lvl="7" indent="-163289" algn="l">
              <a:lnSpc>
                <a:spcPct val="90000"/>
              </a:lnSpc>
              <a:spcBef>
                <a:spcPts val="346"/>
              </a:spcBef>
              <a:spcAft>
                <a:spcPts val="0"/>
              </a:spcAft>
              <a:buClr>
                <a:schemeClr val="dk1"/>
              </a:buClr>
              <a:buSzPts val="750"/>
              <a:buNone/>
              <a:defRPr sz="691"/>
            </a:lvl8pPr>
            <a:lvl9pPr marL="2939202" lvl="8" indent="-163289" algn="l">
              <a:lnSpc>
                <a:spcPct val="90000"/>
              </a:lnSpc>
              <a:spcBef>
                <a:spcPts val="346"/>
              </a:spcBef>
              <a:spcAft>
                <a:spcPts val="0"/>
              </a:spcAft>
              <a:buClr>
                <a:schemeClr val="dk1"/>
              </a:buClr>
              <a:buSzPts val="750"/>
              <a:buNone/>
              <a:defRPr sz="691"/>
            </a:lvl9pPr>
          </a:lstStyle>
          <a:p>
            <a:endParaRPr/>
          </a:p>
        </p:txBody>
      </p:sp>
      <p:sp>
        <p:nvSpPr>
          <p:cNvPr id="59" name="Google Shape;59;p16"/>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6"/>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6"/>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471490"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body" idx="1"/>
          </p:nvPr>
        </p:nvSpPr>
        <p:spPr>
          <a:xfrm rot="5400000">
            <a:off x="286367" y="2822137"/>
            <a:ext cx="6285266" cy="5915025"/>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65" name="Google Shape;65;p17"/>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rot="5400000">
            <a:off x="1449697" y="3985464"/>
            <a:ext cx="839487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1550679" y="2549570"/>
            <a:ext cx="8394877" cy="4350544"/>
          </a:xfrm>
          <a:prstGeom prst="rect">
            <a:avLst/>
          </a:prstGeom>
          <a:noFill/>
          <a:ln>
            <a:noFill/>
          </a:ln>
        </p:spPr>
        <p:txBody>
          <a:bodyPr spcFirstLastPara="1" wrap="square" lIns="91425" tIns="45700" rIns="91425" bIns="45700" anchor="t" anchorCtr="0">
            <a:normAutofit/>
          </a:bodyPr>
          <a:lstStyle>
            <a:lvl1pPr marL="326578" lvl="0" indent="-244933" algn="l">
              <a:lnSpc>
                <a:spcPct val="90000"/>
              </a:lnSpc>
              <a:spcBef>
                <a:spcPts val="692"/>
              </a:spcBef>
              <a:spcAft>
                <a:spcPts val="0"/>
              </a:spcAft>
              <a:buClr>
                <a:schemeClr val="dk1"/>
              </a:buClr>
              <a:buSzPts val="1800"/>
              <a:buChar char="•"/>
              <a:defRPr/>
            </a:lvl1pPr>
            <a:lvl2pPr marL="653156" lvl="1" indent="-244933" algn="l">
              <a:lnSpc>
                <a:spcPct val="90000"/>
              </a:lnSpc>
              <a:spcBef>
                <a:spcPts val="346"/>
              </a:spcBef>
              <a:spcAft>
                <a:spcPts val="0"/>
              </a:spcAft>
              <a:buClr>
                <a:schemeClr val="dk1"/>
              </a:buClr>
              <a:buSzPts val="1800"/>
              <a:buChar char="•"/>
              <a:defRPr/>
            </a:lvl2pPr>
            <a:lvl3pPr marL="979734" lvl="2" indent="-244933" algn="l">
              <a:lnSpc>
                <a:spcPct val="90000"/>
              </a:lnSpc>
              <a:spcBef>
                <a:spcPts val="346"/>
              </a:spcBef>
              <a:spcAft>
                <a:spcPts val="0"/>
              </a:spcAft>
              <a:buClr>
                <a:schemeClr val="dk1"/>
              </a:buClr>
              <a:buSzPts val="1800"/>
              <a:buChar char="•"/>
              <a:defRPr/>
            </a:lvl3pPr>
            <a:lvl4pPr marL="1306312" lvl="3" indent="-244933" algn="l">
              <a:lnSpc>
                <a:spcPct val="90000"/>
              </a:lnSpc>
              <a:spcBef>
                <a:spcPts val="346"/>
              </a:spcBef>
              <a:spcAft>
                <a:spcPts val="0"/>
              </a:spcAft>
              <a:buClr>
                <a:schemeClr val="dk1"/>
              </a:buClr>
              <a:buSzPts val="1800"/>
              <a:buChar char="•"/>
              <a:defRPr/>
            </a:lvl4pPr>
            <a:lvl5pPr marL="1632890" lvl="4" indent="-244933" algn="l">
              <a:lnSpc>
                <a:spcPct val="90000"/>
              </a:lnSpc>
              <a:spcBef>
                <a:spcPts val="346"/>
              </a:spcBef>
              <a:spcAft>
                <a:spcPts val="0"/>
              </a:spcAft>
              <a:buClr>
                <a:schemeClr val="dk1"/>
              </a:buClr>
              <a:buSzPts val="1800"/>
              <a:buChar char="•"/>
              <a:defRPr/>
            </a:lvl5pPr>
            <a:lvl6pPr marL="1959468" lvl="5" indent="-244933" algn="l">
              <a:lnSpc>
                <a:spcPct val="90000"/>
              </a:lnSpc>
              <a:spcBef>
                <a:spcPts val="346"/>
              </a:spcBef>
              <a:spcAft>
                <a:spcPts val="0"/>
              </a:spcAft>
              <a:buClr>
                <a:schemeClr val="dk1"/>
              </a:buClr>
              <a:buSzPts val="1800"/>
              <a:buChar char="•"/>
              <a:defRPr/>
            </a:lvl6pPr>
            <a:lvl7pPr marL="2286046" lvl="6" indent="-244933" algn="l">
              <a:lnSpc>
                <a:spcPct val="90000"/>
              </a:lnSpc>
              <a:spcBef>
                <a:spcPts val="346"/>
              </a:spcBef>
              <a:spcAft>
                <a:spcPts val="0"/>
              </a:spcAft>
              <a:buClr>
                <a:schemeClr val="dk1"/>
              </a:buClr>
              <a:buSzPts val="1800"/>
              <a:buChar char="•"/>
              <a:defRPr/>
            </a:lvl7pPr>
            <a:lvl8pPr marL="2612624" lvl="7" indent="-244933" algn="l">
              <a:lnSpc>
                <a:spcPct val="90000"/>
              </a:lnSpc>
              <a:spcBef>
                <a:spcPts val="346"/>
              </a:spcBef>
              <a:spcAft>
                <a:spcPts val="0"/>
              </a:spcAft>
              <a:buClr>
                <a:schemeClr val="dk1"/>
              </a:buClr>
              <a:buSzPts val="1800"/>
              <a:buChar char="•"/>
              <a:defRPr/>
            </a:lvl8pPr>
            <a:lvl9pPr marL="2939202" lvl="8" indent="-244933" algn="l">
              <a:lnSpc>
                <a:spcPct val="90000"/>
              </a:lnSpc>
              <a:spcBef>
                <a:spcPts val="346"/>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163"/>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471490" y="527405"/>
            <a:ext cx="5915025" cy="1914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471490" y="2637014"/>
            <a:ext cx="5915025" cy="6285266"/>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471488" y="9181399"/>
            <a:ext cx="1543050" cy="52740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831"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2271715" y="9181399"/>
            <a:ext cx="2314575" cy="52740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831"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661"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4843463" y="9181399"/>
            <a:ext cx="1543050" cy="52740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163"/>
              <a:buFont typeface="Arial"/>
              <a:buNone/>
              <a:defRPr sz="831" b="0" i="0" u="none" strike="noStrike" cap="none">
                <a:solidFill>
                  <a:srgbClr val="888888"/>
                </a:solidFill>
                <a:latin typeface="Calibri"/>
                <a:ea typeface="Calibri"/>
                <a:cs typeface="Calibri"/>
                <a:sym typeface="Calibri"/>
              </a:defRPr>
            </a:lvl9pPr>
          </a:lstStyle>
          <a:p>
            <a:fld id="{00000000-1234-1234-1234-123412341234}" type="slidenum">
              <a:rPr lang="pt-BR" smtClean="0"/>
              <a:pPr/>
              <a:t>‹nº›</a:t>
            </a:fld>
            <a:endParaRPr lang="pt-B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77"/>
        <p:cNvGrpSpPr/>
        <p:nvPr/>
      </p:nvGrpSpPr>
      <p:grpSpPr>
        <a:xfrm>
          <a:off x="0" y="0"/>
          <a:ext cx="0" cy="0"/>
          <a:chOff x="0" y="0"/>
          <a:chExt cx="0" cy="0"/>
        </a:xfrm>
      </p:grpSpPr>
      <p:pic>
        <p:nvPicPr>
          <p:cNvPr id="5" name="Imagem 4">
            <a:extLst>
              <a:ext uri="{FF2B5EF4-FFF2-40B4-BE49-F238E27FC236}">
                <a16:creationId xmlns:a16="http://schemas.microsoft.com/office/drawing/2014/main" id="{06333513-ABA3-6A44-3B11-5AB164ED6A80}"/>
              </a:ext>
            </a:extLst>
          </p:cNvPr>
          <p:cNvPicPr>
            <a:picLocks noChangeAspect="1"/>
          </p:cNvPicPr>
          <p:nvPr/>
        </p:nvPicPr>
        <p:blipFill>
          <a:blip r:embed="rId4"/>
          <a:stretch>
            <a:fillRect/>
          </a:stretch>
        </p:blipFill>
        <p:spPr>
          <a:xfrm>
            <a:off x="-65315" y="0"/>
            <a:ext cx="7027817" cy="9940961"/>
          </a:xfrm>
          <a:prstGeom prst="rect">
            <a:avLst/>
          </a:prstGeom>
        </p:spPr>
      </p:pic>
      <p:sp>
        <p:nvSpPr>
          <p:cNvPr id="78" name="Google Shape;78;p19"/>
          <p:cNvSpPr/>
          <p:nvPr/>
        </p:nvSpPr>
        <p:spPr>
          <a:xfrm>
            <a:off x="142849" y="2581935"/>
            <a:ext cx="3042643" cy="1821792"/>
          </a:xfrm>
          <a:prstGeom prst="rect">
            <a:avLst/>
          </a:prstGeom>
          <a:noFill/>
          <a:ln>
            <a:noFill/>
          </a:ln>
        </p:spPr>
        <p:txBody>
          <a:bodyPr spcFirstLastPara="1" wrap="square" lIns="145429" tIns="72696" rIns="145429" bIns="72696" anchor="t" anchorCtr="0">
            <a:noAutofit/>
          </a:bodyPr>
          <a:lstStyle/>
          <a:p>
            <a:pPr algn="just"/>
            <a:r>
              <a:rPr sz="1100">
                <a:solidFill>
                  <a:srgbClr val="595959"/>
                </a:solidFill>
                <a:latin typeface="Arial"/>
              </a:rPr>
              <a:t>O UBS+ é um projeto de Extensão Multidisciplinar do curso de Engenharia de Software da UFBRA, desenvolvido para as Unidades Básicas de Saúde (UBS) de São José dos Campos (SP). A equipe (Lucas, Nivaldo, Raike e Reinaldo) identificou que grande parte do desgaste entre pacientes e gestores das UBSs vem da falta de informação sobre solicitações em andamento, não da falta de atendimento em si.</a:t>
            </a:r>
            <a:endParaRPr sz="748" dirty="0"/>
          </a:p>
        </p:txBody>
      </p:sp>
      <p:sp>
        <p:nvSpPr>
          <p:cNvPr id="79" name="Google Shape;79;p19"/>
          <p:cNvSpPr/>
          <p:nvPr/>
        </p:nvSpPr>
        <p:spPr>
          <a:xfrm>
            <a:off x="215974" y="2219443"/>
            <a:ext cx="2969518" cy="246149"/>
          </a:xfrm>
          <a:prstGeom prst="roundRect">
            <a:avLst>
              <a:gd name="adj" fmla="val 16667"/>
            </a:avLst>
          </a:prstGeom>
          <a:solidFill>
            <a:schemeClr val="bg2">
              <a:lumMod val="50000"/>
            </a:schemeClr>
          </a:solidFill>
          <a:ln w="12700" cap="flat" cmpd="sng">
            <a:solidFill>
              <a:srgbClr val="25B5D4"/>
            </a:solidFill>
            <a:prstDash val="solid"/>
            <a:miter lim="800000"/>
            <a:headEnd type="none" w="sm" len="sm"/>
            <a:tailEnd type="none" w="sm" len="sm"/>
          </a:ln>
        </p:spPr>
        <p:txBody>
          <a:bodyPr spcFirstLastPara="1" wrap="square" lIns="145429" tIns="72696" rIns="145429" bIns="72696" anchor="ctr" anchorCtr="0">
            <a:noAutofit/>
          </a:bodyPr>
          <a:lstStyle/>
          <a:p>
            <a:r>
              <a:rPr lang="pt-BR" sz="857" dirty="0">
                <a:solidFill>
                  <a:schemeClr val="lt1"/>
                </a:solidFill>
              </a:rPr>
              <a:t>1. CONTEXTUALIZAÇÃO DO CENÁRIO</a:t>
            </a:r>
            <a:endParaRPr sz="857" dirty="0">
              <a:solidFill>
                <a:schemeClr val="lt1"/>
              </a:solidFill>
            </a:endParaRPr>
          </a:p>
        </p:txBody>
      </p:sp>
      <p:cxnSp>
        <p:nvCxnSpPr>
          <p:cNvPr id="80" name="Google Shape;80;p19"/>
          <p:cNvCxnSpPr>
            <a:cxnSpLocks/>
          </p:cNvCxnSpPr>
          <p:nvPr/>
        </p:nvCxnSpPr>
        <p:spPr>
          <a:xfrm>
            <a:off x="3429000" y="1306286"/>
            <a:ext cx="0" cy="7289074"/>
          </a:xfrm>
          <a:prstGeom prst="straightConnector1">
            <a:avLst/>
          </a:prstGeom>
          <a:noFill/>
          <a:ln w="9525" cap="flat" cmpd="sng">
            <a:solidFill>
              <a:srgbClr val="595959"/>
            </a:solidFill>
            <a:prstDash val="solid"/>
            <a:miter lim="800000"/>
            <a:headEnd type="none" w="sm" len="sm"/>
            <a:tailEnd type="none" w="sm" len="sm"/>
          </a:ln>
        </p:spPr>
      </p:cxnSp>
      <p:sp>
        <p:nvSpPr>
          <p:cNvPr id="81" name="Google Shape;81;p19"/>
          <p:cNvSpPr/>
          <p:nvPr/>
        </p:nvSpPr>
        <p:spPr>
          <a:xfrm>
            <a:off x="179431" y="1905992"/>
            <a:ext cx="3042605" cy="189034"/>
          </a:xfrm>
          <a:prstGeom prst="rect">
            <a:avLst/>
          </a:prstGeom>
          <a:noFill/>
          <a:ln>
            <a:noFill/>
          </a:ln>
        </p:spPr>
        <p:txBody>
          <a:bodyPr spcFirstLastPara="1" wrap="square" lIns="65304" tIns="32643" rIns="65304" bIns="32643" anchor="t" anchorCtr="0">
            <a:spAutoFit/>
          </a:bodyPr>
          <a:lstStyle/>
          <a:p>
            <a:r>
              <a:rPr lang="pt-BR" sz="800" b="1" dirty="0">
                <a:solidFill>
                  <a:schemeClr val="bg1">
                    <a:lumMod val="65000"/>
                  </a:schemeClr>
                </a:solidFill>
              </a:rPr>
              <a:t>Gestão UBS+</a:t>
            </a:r>
            <a:endParaRPr sz="748" b="1" dirty="0">
              <a:solidFill>
                <a:schemeClr val="bg1">
                  <a:lumMod val="65000"/>
                </a:schemeClr>
              </a:solidFill>
            </a:endParaRPr>
          </a:p>
        </p:txBody>
      </p:sp>
      <p:pic>
        <p:nvPicPr>
          <p:cNvPr id="3" name="Imagem 2">
            <a:extLst>
              <a:ext uri="{FF2B5EF4-FFF2-40B4-BE49-F238E27FC236}">
                <a16:creationId xmlns:a16="http://schemas.microsoft.com/office/drawing/2014/main" id="{BD273F6B-5717-EDC5-0804-3FF391C5839C}"/>
              </a:ext>
            </a:extLst>
          </p:cNvPr>
          <p:cNvPicPr>
            <a:picLocks noChangeAspect="1"/>
          </p:cNvPicPr>
          <p:nvPr/>
        </p:nvPicPr>
        <p:blipFill>
          <a:blip r:embed="rId5"/>
          <a:stretch>
            <a:fillRect/>
          </a:stretch>
        </p:blipFill>
        <p:spPr>
          <a:xfrm>
            <a:off x="142891" y="1219164"/>
            <a:ext cx="760862" cy="760862"/>
          </a:xfrm>
          <a:prstGeom prst="rect">
            <a:avLst/>
          </a:prstGeom>
        </p:spPr>
      </p:pic>
      <p:sp>
        <p:nvSpPr>
          <p:cNvPr id="2" name="Google Shape;79;p19"/>
          <p:cNvSpPr/>
          <p:nvPr/>
        </p:nvSpPr>
        <p:spPr>
          <a:xfrm>
            <a:off x="215974" y="4553727"/>
            <a:ext cx="2969518" cy="246149"/>
          </a:xfrm>
          <a:prstGeom prst="roundRect">
            <a:avLst>
              <a:gd name="adj" fmla="val 16667"/>
            </a:avLst>
          </a:prstGeom>
          <a:solidFill>
            <a:schemeClr val="bg2">
              <a:lumMod val="50000"/>
            </a:schemeClr>
          </a:solidFill>
          <a:ln w="12700" cap="flat" cmpd="sng">
            <a:solidFill>
              <a:srgbClr val="25B5D4"/>
            </a:solidFill>
            <a:prstDash val="solid"/>
            <a:miter lim="800000"/>
            <a:headEnd type="none" w="sm" len="sm"/>
            <a:tailEnd type="none" w="sm" len="sm"/>
          </a:ln>
        </p:spPr>
        <p:txBody>
          <a:bodyPr spcFirstLastPara="1" wrap="square" lIns="145429" tIns="72696" rIns="145429" bIns="72696" anchor="ctr" anchorCtr="0">
            <a:noAutofit/>
          </a:bodyPr>
          <a:lstStyle/>
          <a:p>
            <a:r>
              <a:rPr lang="pt-BR" sz="857" dirty="0">
                <a:solidFill>
                  <a:schemeClr val="lt1"/>
                </a:solidFill>
              </a:rPr>
              <a:t>2. APRESENTAÇÃO E ANÁLISE DO PROBLEMA</a:t>
            </a:r>
            <a:endParaRPr sz="857" dirty="0">
              <a:solidFill>
                <a:schemeClr val="lt1"/>
              </a:solidFill>
            </a:endParaRPr>
          </a:p>
        </p:txBody>
      </p:sp>
      <p:sp>
        <p:nvSpPr>
          <p:cNvPr id="4" name="Google Shape;78;p19"/>
          <p:cNvSpPr/>
          <p:nvPr/>
        </p:nvSpPr>
        <p:spPr>
          <a:xfrm>
            <a:off x="142849" y="4916219"/>
            <a:ext cx="3042643" cy="1821792"/>
          </a:xfrm>
          <a:prstGeom prst="rect">
            <a:avLst/>
          </a:prstGeom>
          <a:noFill/>
          <a:ln>
            <a:noFill/>
          </a:ln>
        </p:spPr>
        <p:txBody>
          <a:bodyPr spcFirstLastPara="1" wrap="square" lIns="145429" tIns="72696" rIns="145429" bIns="72696" anchor="t" anchorCtr="0">
            <a:noAutofit/>
          </a:bodyPr>
          <a:lstStyle/>
          <a:p>
            <a:pPr algn="just"/>
            <a:r>
              <a:rPr sz="1100">
                <a:solidFill>
                  <a:srgbClr val="595959"/>
                </a:solidFill>
                <a:latin typeface="Arial"/>
              </a:rPr>
              <a:t>Municípes recorrem a ligações e idas presenciais só para saber o status de exames, consultas e encaminhamentos, enquanto a recepção absorve esse volume sem ferramenta dedicada. O problema não é falha do e-SUS, SISREG ou CROSS, e sim a ausência de uma camada de comunicação acessível entre esses sistemas e o cidadão, o que reduz a autonomia do paciente e consome tempo operacional da equipe.</a:t>
            </a:r>
            <a:endParaRPr sz="748" dirty="0"/>
          </a:p>
        </p:txBody>
      </p:sp>
      <p:sp>
        <p:nvSpPr>
          <p:cNvPr id="6" name="Google Shape;79;p19"/>
          <p:cNvSpPr/>
          <p:nvPr/>
        </p:nvSpPr>
        <p:spPr>
          <a:xfrm>
            <a:off x="215974" y="6888011"/>
            <a:ext cx="2969518" cy="246149"/>
          </a:xfrm>
          <a:prstGeom prst="roundRect">
            <a:avLst>
              <a:gd name="adj" fmla="val 16667"/>
            </a:avLst>
          </a:prstGeom>
          <a:solidFill>
            <a:schemeClr val="bg2">
              <a:lumMod val="50000"/>
            </a:schemeClr>
          </a:solidFill>
          <a:ln w="12700" cap="flat" cmpd="sng">
            <a:solidFill>
              <a:srgbClr val="25B5D4"/>
            </a:solidFill>
            <a:prstDash val="solid"/>
            <a:miter lim="800000"/>
            <a:headEnd type="none" w="sm" len="sm"/>
            <a:tailEnd type="none" w="sm" len="sm"/>
          </a:ln>
        </p:spPr>
        <p:txBody>
          <a:bodyPr spcFirstLastPara="1" wrap="square" lIns="145429" tIns="72696" rIns="145429" bIns="72696" anchor="ctr" anchorCtr="0">
            <a:noAutofit/>
          </a:bodyPr>
          <a:lstStyle/>
          <a:p>
            <a:r>
              <a:rPr lang="pt-BR" sz="857" dirty="0">
                <a:solidFill>
                  <a:schemeClr val="lt1"/>
                </a:solidFill>
              </a:rPr>
              <a:t>3. APRESENTAÇÃO DA SOLUÇÃO</a:t>
            </a:r>
            <a:endParaRPr sz="857" dirty="0">
              <a:solidFill>
                <a:schemeClr val="lt1"/>
              </a:solidFill>
            </a:endParaRPr>
          </a:p>
        </p:txBody>
      </p:sp>
      <p:sp>
        <p:nvSpPr>
          <p:cNvPr id="7" name="Google Shape;78;p19"/>
          <p:cNvSpPr/>
          <p:nvPr/>
        </p:nvSpPr>
        <p:spPr>
          <a:xfrm>
            <a:off x="142849" y="7250503"/>
            <a:ext cx="3042643" cy="1318872"/>
          </a:xfrm>
          <a:prstGeom prst="rect">
            <a:avLst/>
          </a:prstGeom>
          <a:noFill/>
          <a:ln>
            <a:noFill/>
          </a:ln>
        </p:spPr>
        <p:txBody>
          <a:bodyPr spcFirstLastPara="1" wrap="square" lIns="145429" tIns="72696" rIns="145429" bIns="72696" anchor="t" anchorCtr="0">
            <a:noAutofit/>
          </a:bodyPr>
          <a:lstStyle/>
          <a:p>
            <a:pPr algn="just"/>
            <a:r>
              <a:rPr sz="1100">
                <a:solidFill>
                  <a:srgbClr val="595959"/>
                </a:solidFill>
                <a:latin typeface="Arial"/>
              </a:rPr>
              <a:t>A solução é uma plataforma web com 3 portais integrados — Gestor da UBS, Paciente e Unidades Externas — mais um painel Superadmin. O gestor atualiza solicitações e comunicados; o paciente acompanha tudo por CRA e data de nascimento; unidades externas recebem</a:t>
            </a:r>
            <a:endParaRPr sz="748" dirty="0"/>
          </a:p>
        </p:txBody>
      </p:sp>
      <p:sp>
        <p:nvSpPr>
          <p:cNvPr id="8" name="Google Shape;78;p19"/>
          <p:cNvSpPr/>
          <p:nvPr/>
        </p:nvSpPr>
        <p:spPr>
          <a:xfrm>
            <a:off x="3571849" y="1306286"/>
            <a:ext cx="3042643" cy="648312"/>
          </a:xfrm>
          <a:prstGeom prst="rect">
            <a:avLst/>
          </a:prstGeom>
          <a:noFill/>
          <a:ln>
            <a:noFill/>
          </a:ln>
        </p:spPr>
        <p:txBody>
          <a:bodyPr spcFirstLastPara="1" wrap="square" lIns="145429" tIns="72696" rIns="145429" bIns="72696" anchor="t" anchorCtr="0">
            <a:noAutofit/>
          </a:bodyPr>
          <a:lstStyle/>
          <a:p>
            <a:pPr algn="just"/>
            <a:r>
              <a:rPr sz="1100" i="1">
                <a:solidFill>
                  <a:srgbClr val="9A9A9A"/>
                </a:solidFill>
                <a:latin typeface="Arial"/>
              </a:rPr>
              <a:t>(cont. item 3) </a:t>
            </a:r>
            <a:r>
              <a:rPr sz="1100">
                <a:solidFill>
                  <a:srgbClr val="595959"/>
                </a:solidFill>
                <a:latin typeface="Arial"/>
              </a:rPr>
              <a:t>encaminhamentos e registram o retorno clínico. Stack: React + Vite + Tailwind, Node + Express + Knex, PostgreSQL, JWT + bcrypt.</a:t>
            </a:r>
            <a:endParaRPr sz="748" dirty="0"/>
          </a:p>
        </p:txBody>
      </p:sp>
      <p:sp>
        <p:nvSpPr>
          <p:cNvPr id="9" name="Google Shape;79;p19"/>
          <p:cNvSpPr/>
          <p:nvPr/>
        </p:nvSpPr>
        <p:spPr>
          <a:xfrm>
            <a:off x="3644974" y="2104598"/>
            <a:ext cx="2969518" cy="246149"/>
          </a:xfrm>
          <a:prstGeom prst="roundRect">
            <a:avLst>
              <a:gd name="adj" fmla="val 16667"/>
            </a:avLst>
          </a:prstGeom>
          <a:solidFill>
            <a:schemeClr val="bg2">
              <a:lumMod val="50000"/>
            </a:schemeClr>
          </a:solidFill>
          <a:ln w="12700" cap="flat" cmpd="sng">
            <a:solidFill>
              <a:srgbClr val="25B5D4"/>
            </a:solidFill>
            <a:prstDash val="solid"/>
            <a:miter lim="800000"/>
            <a:headEnd type="none" w="sm" len="sm"/>
            <a:tailEnd type="none" w="sm" len="sm"/>
          </a:ln>
        </p:spPr>
        <p:txBody>
          <a:bodyPr spcFirstLastPara="1" wrap="square" lIns="145429" tIns="72696" rIns="145429" bIns="72696" anchor="ctr" anchorCtr="0">
            <a:noAutofit/>
          </a:bodyPr>
          <a:lstStyle/>
          <a:p>
            <a:r>
              <a:rPr lang="pt-BR" sz="857" dirty="0">
                <a:solidFill>
                  <a:schemeClr val="lt1"/>
                </a:solidFill>
              </a:rPr>
              <a:t>4. RESULTADOS</a:t>
            </a:r>
            <a:endParaRPr sz="857" dirty="0">
              <a:solidFill>
                <a:schemeClr val="lt1"/>
              </a:solidFill>
            </a:endParaRPr>
          </a:p>
        </p:txBody>
      </p:sp>
      <p:sp>
        <p:nvSpPr>
          <p:cNvPr id="10" name="Google Shape;78;p19"/>
          <p:cNvSpPr/>
          <p:nvPr/>
        </p:nvSpPr>
        <p:spPr>
          <a:xfrm>
            <a:off x="3571849" y="2467090"/>
            <a:ext cx="3042643" cy="2827632"/>
          </a:xfrm>
          <a:prstGeom prst="rect">
            <a:avLst/>
          </a:prstGeom>
          <a:noFill/>
          <a:ln>
            <a:noFill/>
          </a:ln>
        </p:spPr>
        <p:txBody>
          <a:bodyPr spcFirstLastPara="1" wrap="square" lIns="145429" tIns="72696" rIns="145429" bIns="72696" anchor="t" anchorCtr="0">
            <a:noAutofit/>
          </a:bodyPr>
          <a:lstStyle/>
          <a:p>
            <a:pPr algn="just"/>
            <a:r>
              <a:rPr sz="1100">
                <a:solidFill>
                  <a:srgbClr val="595959"/>
                </a:solidFill>
                <a:latin typeface="Arial"/>
              </a:rPr>
              <a:t>Aprovado em banca acadêmica, o projeto está na Fase 4: preparação para uso real assistido em uma UBS de São José dos Campos. Em produção, conta com os 3 portais entregues e testados, 27 tabelas no banco de dados (PostgreSQL/Supabase), mais de 38 rotas de API REST autenticadas via JWT e 86 testes automatizados com 0 falhas. A arquitetura já nasceu com controle de acesso por perfil (RBAC), auditoria de ações sensíveis e conformidade com a LGPD. Como o piloto assistido com pacientes reais ainda não começou, os resultados até aqui são de entrega técnica e validação funcional — o impacto em filas e contatos evitados será medido a partir do piloto.</a:t>
            </a:r>
            <a:endParaRPr sz="748" dirty="0"/>
          </a:p>
        </p:txBody>
      </p:sp>
      <p:sp>
        <p:nvSpPr>
          <p:cNvPr id="11" name="Google Shape;79;p19"/>
          <p:cNvSpPr/>
          <p:nvPr/>
        </p:nvSpPr>
        <p:spPr>
          <a:xfrm>
            <a:off x="3644974" y="5444722"/>
            <a:ext cx="2969518" cy="246149"/>
          </a:xfrm>
          <a:prstGeom prst="roundRect">
            <a:avLst>
              <a:gd name="adj" fmla="val 16667"/>
            </a:avLst>
          </a:prstGeom>
          <a:solidFill>
            <a:schemeClr val="bg2">
              <a:lumMod val="50000"/>
            </a:schemeClr>
          </a:solidFill>
          <a:ln w="12700" cap="flat" cmpd="sng">
            <a:solidFill>
              <a:srgbClr val="25B5D4"/>
            </a:solidFill>
            <a:prstDash val="solid"/>
            <a:miter lim="800000"/>
            <a:headEnd type="none" w="sm" len="sm"/>
            <a:tailEnd type="none" w="sm" len="sm"/>
          </a:ln>
        </p:spPr>
        <p:txBody>
          <a:bodyPr spcFirstLastPara="1" wrap="square" lIns="145429" tIns="72696" rIns="145429" bIns="72696" anchor="ctr" anchorCtr="0">
            <a:noAutofit/>
          </a:bodyPr>
          <a:lstStyle/>
          <a:p>
            <a:r>
              <a:rPr lang="pt-BR" sz="857" dirty="0">
                <a:solidFill>
                  <a:schemeClr val="lt1"/>
                </a:solidFill>
              </a:rPr>
              <a:t>5. LIÇÕES APRENDIDAS</a:t>
            </a:r>
            <a:endParaRPr sz="857" dirty="0">
              <a:solidFill>
                <a:schemeClr val="lt1"/>
              </a:solidFill>
            </a:endParaRPr>
          </a:p>
        </p:txBody>
      </p:sp>
      <p:sp>
        <p:nvSpPr>
          <p:cNvPr id="12" name="Google Shape;78;p19"/>
          <p:cNvSpPr/>
          <p:nvPr/>
        </p:nvSpPr>
        <p:spPr>
          <a:xfrm>
            <a:off x="3571849" y="5807214"/>
            <a:ext cx="3042643" cy="2659992"/>
          </a:xfrm>
          <a:prstGeom prst="rect">
            <a:avLst/>
          </a:prstGeom>
          <a:noFill/>
          <a:ln>
            <a:noFill/>
          </a:ln>
        </p:spPr>
        <p:txBody>
          <a:bodyPr spcFirstLastPara="1" wrap="square" lIns="145429" tIns="72696" rIns="145429" bIns="72696" anchor="t" anchorCtr="0">
            <a:noAutofit/>
          </a:bodyPr>
          <a:lstStyle/>
          <a:p>
            <a:pPr algn="just"/>
            <a:r>
              <a:rPr sz="1100">
                <a:solidFill>
                  <a:srgbClr val="595959"/>
                </a:solidFill>
                <a:latin typeface="Arial"/>
              </a:rPr>
              <a:t>Transparência de informação, isoladamente, já resolve boa parte da dor relatada — não foi preciso integrar diretamente com e-SUS ou SISREG para gerar valor real dentro do prazo acadêmico. Escolhas técnicas conservadoras (polling em vez de WebSocket, Supabase em vez de Railway, JWT em vez de OAuth2) reduziram risco sem prejudicar a experiência. Trabalhar em time multidisciplinar, com apenas um integrante de maior domínio técnico, exigiu comentários de código mais explicativos, hoje prática consolidada. Tratar LGPD como requisito desde a arquitetura, e não como ajuste posterior, evitou retrabalho nas fases finais.</a:t>
            </a:r>
            <a:endParaRPr sz="748" dirty="0"/>
          </a:p>
        </p:txBody>
      </p:sp>
    </p:spTree>
  </p:cSld>
  <p:clrMapOvr>
    <a:masterClrMapping/>
  </p:clrMapOvr>
</p:sld>
</file>

<file path=ppt/theme/theme1.xml><?xml version="1.0" encoding="utf-8"?>
<a:theme xmlns:a="http://schemas.openxmlformats.org/drawingml/2006/main"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488</Words>
  <Application>Microsoft Office PowerPoint</Application>
  <PresentationFormat>Papel A4 (210 x 297 mm)</PresentationFormat>
  <Paragraphs>12</Paragraphs>
  <Slides>1</Slides>
  <Notes>1</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vt:i4>
      </vt:variant>
    </vt:vector>
  </HeadingPairs>
  <TitlesOfParts>
    <vt:vector size="4" baseType="lpstr">
      <vt:lpstr>Arial</vt:lpstr>
      <vt:lpstr>Calibri</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Guilherme Sanchez</dc:creator>
  <cp:lastModifiedBy>Reinaldo Gramacho</cp:lastModifiedBy>
  <cp:revision>5</cp:revision>
  <dcterms:created xsi:type="dcterms:W3CDTF">2023-01-24T19:27:00Z</dcterms:created>
  <dcterms:modified xsi:type="dcterms:W3CDTF">2026-07-26T14:59:58Z</dcterms:modified>
</cp:coreProperties>
</file>